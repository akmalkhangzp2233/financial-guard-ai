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F6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Precision</c:v>
                  </c:pt>
                  <c:pt idx="1">
                    <c:v>Recall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0.95</c:v>
                </c:pt>
                <c:pt idx="1">
                  <c:v>0.98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3E0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88952" cy="45720"/>
          </a:xfrm>
          <a:prstGeom prst="rect">
            <a:avLst/>
          </a:prstGeom>
          <a:solidFill>
            <a:srgbClr val="1F6F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FinGuard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AI-Powered Personal Finance Tracker with Real-Time Fraud Detection,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7CE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OCR Bill Scanning &amp; GPT-Assisted Savings Advice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2C"/>
                </a:solidFill>
              </a:rPr>
              <a:t>Final Year Project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E"/>
                </a:solidFill>
              </a:rPr>
              <a:t>[Your Name]  ·  [Your Institution]  · 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personal finance apps just record transactions — they don't tell you anything is wrong.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Financial fraud and mistakes usually show up first as an unusual transaction — but users only notice it during a monthly review, if at all.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Manually re-typing every paper receipt is tedious enough that most people simply stop tracking their spending.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Bank-linked aggregator apps solve some of this, but require handing over real account access — not appropriate or necessary for every use case.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430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Secure, multi-user finance tracker with category budgeting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26480" y="11430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1430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ML fraud/anomaly scoring on every transaction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77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Next-month expense forecasting from spend history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377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OCR receipt scanning → user-confirmed transaction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11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GPT-assisted savings advice with a rule-based fallback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26480" y="361188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611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 panel for platform-wide oversight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deployment readiness: Docker, CI, security hardening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4" name="Image 0" descr="../docs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051560"/>
            <a:ext cx="9601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30352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React 18, Vite, Tailwind CSS, Axios, Recharts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Python 3.11, FastAPI, SQLAlchemy, Pydantic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Auth &amp; Security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JWT (python-jose), bcrypt, slowapi rate limiting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Machine Learning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scikit-learn — Isolation Forest + Linear Regression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OCR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Tesseract OCR engine + pytesseract + Pillow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AI Advice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OpenAI GPT API, with rule-based fallback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SQLite (dev) / PostgreSQL / MySQL (prod)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Infra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Docker, Docker Compose, Nginx, Gunicorn, GitHub Actions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Feature: Real-Time Fraud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Every transaction is scored the instant it's created — not in a nightly batch job.</a:t>
            </a:r>
            <a:endParaRPr lang="en-US" sz="1600" dirty="0"/>
          </a:p>
        </p:txBody>
      </p:sp>
      <p:pic>
        <p:nvPicPr>
          <p:cNvPr id="5" name="Image 0" descr="../docs/diagrams/sequence_transaction_frau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600200"/>
            <a:ext cx="85039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Feature: OCR Bill Scanner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Photograph a receipt → Tesseract extracts text → fields are parsed → user confirms before saving.</a:t>
            </a:r>
            <a:endParaRPr lang="en-US" sz="1600" dirty="0"/>
          </a:p>
        </p:txBody>
      </p:sp>
      <p:pic>
        <p:nvPicPr>
          <p:cNvPr id="5" name="Image 0" descr="../docs/diagrams/sequence_ocr_sc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1554480"/>
            <a:ext cx="77724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—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5C"/>
                </a:solidFill>
              </a:rPr>
              <a:t>Fraud Detector (Isolation Forest)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916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Trained on a synthetic-but-realistic labelled dataset (no real fraud data available for this project).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2C"/>
                </a:solidFill>
              </a:rPr>
              <a:t>Expense Forecaster (Linear Regression)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965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8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 ≈ 34.75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309360" y="2880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average error on predicted monthly spend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40690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Predicts next month's total spend from trailing 3-month history + category mix.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9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bcrypt password hashing — never stored in plaintext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9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JWT-signed sessions; production refuses to boot with a default secret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9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Rate limiting: global + tighter limit on login (5/min) against brute force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9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Environment-driven CORS — no wildcard origins in production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9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global error handling — no stack traces ever reach the client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9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response headers (X-Frame-Options, HSTS in production, etc.)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Platform-wide stats: users, transactions, flagged count, total volume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management — enable/disable accounts, grant/revoke admin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Fraud review queue across all users, with mark-as-reviewed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One-click CSV export for Power BI / Excel reporting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registered account on a fresh database is auto-promoted to admin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5C"/>
                </a:solidFill>
              </a:rPr>
              <a:t>Docker Compose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One command, fully offline demo: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docker compose up --build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5C"/>
                </a:solidFill>
              </a:rPr>
              <a:t>Render + Vercel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1031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Live public URL — backend on Render,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frontend on Vercel, split hosting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2801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3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463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5C"/>
                </a:solidFill>
              </a:rPr>
              <a:t>Single VPS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75320" y="21031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Same Docker images behind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nginx/Caddy for a custom domain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ML models are pre-trained and shipped inside the Docker image — zero setup steps before the app is fully functional.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Re-train and validate the fraud model on real labelled fraud data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 Native mobile app reusing the same REST API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Multi-item receipt parsing (split one bill into several transactions)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Bank statement (CSV/PDF) bulk import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20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Shared/family budgets with per-member visibility controls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8A2C"/>
                </a:solidFill>
              </a:rPr>
              <a:t>Questions?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E"/>
                </a:solidFill>
              </a:rPr>
              <a:t>Full source, documentation, and deployment guide included in the project ZIP.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2026-07-21T10:43:39Z</dcterms:created>
  <dcterms:modified xsi:type="dcterms:W3CDTF">2026-07-21T10:43:39Z</dcterms:modified>
</cp:coreProperties>
</file>